
<file path=[Content_Types].xml><?xml version="1.0" encoding="utf-8"?>
<Types xmlns="http://schemas.openxmlformats.org/package/2006/content-types">
  <Default Extension="png" ContentType="image/png"/>
  <Default Extension="jpeg" ContentType="image/jpeg"/>
  <Default Extension="webp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4" r:id="rId11"/>
    <p:sldId id="267" r:id="rId12"/>
    <p:sldId id="268" r:id="rId13"/>
    <p:sldId id="269" r:id="rId14"/>
    <p:sldId id="270" r:id="rId15"/>
    <p:sldId id="271" r:id="rId16"/>
    <p:sldId id="275" r:id="rId17"/>
    <p:sldId id="272" r:id="rId18"/>
    <p:sldId id="273" r:id="rId19"/>
    <p:sldId id="274" r:id="rId20"/>
    <p:sldId id="27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93B5B-D4B5-4A62-ACD4-7019574E00AD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0FA9261A-87E1-4FA6-B2E9-36D1A4A2DD24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8093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93B5B-D4B5-4A62-ACD4-7019574E00AD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9261A-87E1-4FA6-B2E9-36D1A4A2DD24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3487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93B5B-D4B5-4A62-ACD4-7019574E00AD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9261A-87E1-4FA6-B2E9-36D1A4A2DD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1575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93B5B-D4B5-4A62-ACD4-7019574E00AD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9261A-87E1-4FA6-B2E9-36D1A4A2DD24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4073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93B5B-D4B5-4A62-ACD4-7019574E00AD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9261A-87E1-4FA6-B2E9-36D1A4A2DD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5080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93B5B-D4B5-4A62-ACD4-7019574E00AD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9261A-87E1-4FA6-B2E9-36D1A4A2DD24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1720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93B5B-D4B5-4A62-ACD4-7019574E00AD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9261A-87E1-4FA6-B2E9-36D1A4A2DD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034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93B5B-D4B5-4A62-ACD4-7019574E00AD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9261A-87E1-4FA6-B2E9-36D1A4A2DD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4511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93B5B-D4B5-4A62-ACD4-7019574E00AD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9261A-87E1-4FA6-B2E9-36D1A4A2DD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4281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93B5B-D4B5-4A62-ACD4-7019574E00AD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9261A-87E1-4FA6-B2E9-36D1A4A2DD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6974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93B5B-D4B5-4A62-ACD4-7019574E00AD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9261A-87E1-4FA6-B2E9-36D1A4A2DD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8428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8D93B5B-D4B5-4A62-ACD4-7019574E00AD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A9261A-87E1-4FA6-B2E9-36D1A4A2DD24}" type="slidenum">
              <a:rPr lang="en-IN" smtClean="0"/>
              <a:t>‹#›</a:t>
            </a:fld>
            <a:endParaRPr lang="en-IN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679864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eb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1369245"/>
          </a:xfrm>
        </p:spPr>
        <p:txBody>
          <a:bodyPr/>
          <a:lstStyle/>
          <a:p>
            <a:r>
              <a:rPr lang="en-US" dirty="0" smtClean="0"/>
              <a:t>Weather App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5455045"/>
            <a:ext cx="5357600" cy="1160213"/>
          </a:xfrm>
        </p:spPr>
        <p:txBody>
          <a:bodyPr>
            <a:noAutofit/>
          </a:bodyPr>
          <a:lstStyle/>
          <a:p>
            <a:pPr algn="r"/>
            <a:r>
              <a:rPr lang="en-US" sz="1400" dirty="0" smtClean="0"/>
              <a:t>By Formula 4</a:t>
            </a:r>
          </a:p>
          <a:p>
            <a:pPr algn="r"/>
            <a:r>
              <a:rPr lang="en-US" sz="1400" dirty="0" smtClean="0"/>
              <a:t>Hari Yuvan</a:t>
            </a:r>
          </a:p>
          <a:p>
            <a:pPr algn="r"/>
            <a:r>
              <a:rPr lang="en-US" sz="1400" dirty="0" err="1" smtClean="0"/>
              <a:t>Harshith</a:t>
            </a:r>
            <a:r>
              <a:rPr lang="en-US" sz="1400" dirty="0" smtClean="0"/>
              <a:t> Shetty</a:t>
            </a:r>
          </a:p>
          <a:p>
            <a:pPr algn="r"/>
            <a:r>
              <a:rPr lang="en-US" sz="1400" dirty="0" err="1" smtClean="0"/>
              <a:t>Jayanth</a:t>
            </a:r>
            <a:r>
              <a:rPr lang="en-US" sz="1400" dirty="0" smtClean="0"/>
              <a:t> KP</a:t>
            </a:r>
          </a:p>
          <a:p>
            <a:pPr algn="r"/>
            <a:r>
              <a:rPr lang="en-US" sz="1400" dirty="0" err="1" smtClean="0"/>
              <a:t>Jeevan</a:t>
            </a:r>
            <a:r>
              <a:rPr lang="en-US" sz="1400" dirty="0" smtClean="0"/>
              <a:t> N</a:t>
            </a:r>
            <a:endParaRPr lang="en-IN" sz="1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250" y="-1"/>
            <a:ext cx="3242821" cy="3242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99162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853" y="808056"/>
            <a:ext cx="9778288" cy="1077229"/>
          </a:xfrm>
        </p:spPr>
        <p:txBody>
          <a:bodyPr>
            <a:normAutofit/>
          </a:bodyPr>
          <a:lstStyle/>
          <a:p>
            <a:r>
              <a:rPr lang="en-US" b="1" dirty="0" smtClean="0"/>
              <a:t>Description </a:t>
            </a:r>
            <a:br>
              <a:rPr lang="en-US" b="1" dirty="0" smtClean="0"/>
            </a:br>
            <a:r>
              <a:rPr lang="en-US" sz="1600" b="1" dirty="0" smtClean="0"/>
              <a:t>Real-Time Weather Data Retrieval with OpenWeatherMap API in Python</a:t>
            </a:r>
            <a:endParaRPr lang="en-IN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involves creating a Python application that fetches real-time weather information from the OpenWeatherMap API. Users can enter the name of a city to receive current weather data, including temperature, humidity, wind speed, and weather conditions. The project demonstrates how to make API calls, handle JSON responses, and present weather data in a user-friendly format, providing practical experience working with web APIs and </a:t>
            </a:r>
            <a:r>
              <a:rPr lang="en-US" dirty="0" smtClean="0"/>
              <a:t>Python </a:t>
            </a:r>
            <a:r>
              <a:rPr lang="en-US" dirty="0"/>
              <a:t>programming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670083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Modules Used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 smtClean="0"/>
              <a:t>tkinter                     </a:t>
            </a:r>
          </a:p>
          <a:p>
            <a:r>
              <a:rPr lang="en-IN" dirty="0" smtClean="0"/>
              <a:t>ttk                  </a:t>
            </a:r>
          </a:p>
          <a:p>
            <a:r>
              <a:rPr lang="en-IN" dirty="0" smtClean="0"/>
              <a:t>requests             </a:t>
            </a:r>
          </a:p>
          <a:p>
            <a:r>
              <a:rPr lang="en-IN" dirty="0" smtClean="0"/>
              <a:t>Image                </a:t>
            </a:r>
          </a:p>
          <a:p>
            <a:r>
              <a:rPr lang="en-IN" dirty="0" smtClean="0"/>
              <a:t>ImageTk</a:t>
            </a:r>
          </a:p>
          <a:p>
            <a:r>
              <a:rPr lang="en-IN" dirty="0" smtClean="0"/>
              <a:t>BytesIO</a:t>
            </a:r>
          </a:p>
          <a:p>
            <a:r>
              <a:rPr lang="en-IN" dirty="0" smtClean="0"/>
              <a:t>TkinterMapView       </a:t>
            </a:r>
          </a:p>
          <a:p>
            <a:r>
              <a:rPr lang="en-IN" dirty="0" smtClean="0"/>
              <a:t>datetime             	</a:t>
            </a:r>
          </a:p>
          <a:p>
            <a:r>
              <a:rPr lang="en-IN" dirty="0" smtClean="0"/>
              <a:t>google.generativeai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3921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Info of Modules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 smtClean="0"/>
              <a:t>Tkinter		# Built-in Python library for creating GUI applications</a:t>
            </a:r>
          </a:p>
          <a:p>
            <a:r>
              <a:rPr lang="en-IN" dirty="0" err="1" smtClean="0"/>
              <a:t>Messagebox</a:t>
            </a:r>
            <a:r>
              <a:rPr lang="en-IN" dirty="0" smtClean="0"/>
              <a:t>	# Displays popup dialogs like alerts and confirmations</a:t>
            </a:r>
          </a:p>
          <a:p>
            <a:r>
              <a:rPr lang="en-IN" dirty="0" smtClean="0"/>
              <a:t>Ttk			# Provides modern themed widgets for tkinter</a:t>
            </a:r>
          </a:p>
          <a:p>
            <a:r>
              <a:rPr lang="en-IN" dirty="0" smtClean="0"/>
              <a:t>Requests		# Sends HTTP requests to fetch data from the internet</a:t>
            </a:r>
          </a:p>
          <a:p>
            <a:r>
              <a:rPr lang="en-IN" dirty="0" smtClean="0"/>
              <a:t>Image		# Opens and processes images using Pillow</a:t>
            </a:r>
          </a:p>
          <a:p>
            <a:r>
              <a:rPr lang="en-IN" dirty="0" smtClean="0"/>
              <a:t>ImageTk		# Displays Pillow images inside tkinter</a:t>
            </a:r>
          </a:p>
          <a:p>
            <a:r>
              <a:rPr lang="en-IN" dirty="0" smtClean="0"/>
              <a:t>BytesIO		# Handles binary data in memory without saving files</a:t>
            </a:r>
          </a:p>
          <a:p>
            <a:r>
              <a:rPr lang="en-IN" dirty="0" smtClean="0"/>
              <a:t>TkinterMapView	# Shows interactive maps in tkinter applications</a:t>
            </a:r>
          </a:p>
          <a:p>
            <a:r>
              <a:rPr lang="en-IN" dirty="0" smtClean="0"/>
              <a:t>Datetime		# Works with dates and time</a:t>
            </a:r>
          </a:p>
          <a:p>
            <a:r>
              <a:rPr lang="en-IN" dirty="0" smtClean="0"/>
              <a:t>google.generativeai   # Accesses Google Gemini generative AI models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1009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the API Key Works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API key is a unique identifier from OpenWeatherMap.</a:t>
            </a:r>
          </a:p>
          <a:p>
            <a:r>
              <a:rPr lang="en-US" dirty="0" smtClean="0"/>
              <a:t>It allows authentication to access weather data.</a:t>
            </a:r>
          </a:p>
          <a:p>
            <a:r>
              <a:rPr lang="en-US" dirty="0" smtClean="0"/>
              <a:t>Used in </a:t>
            </a:r>
            <a:r>
              <a:rPr lang="en-US" dirty="0" err="1" smtClean="0"/>
              <a:t>requests.get</a:t>
            </a:r>
            <a:r>
              <a:rPr lang="en-US" dirty="0" smtClean="0"/>
              <a:t>() calls with parameters.</a:t>
            </a:r>
          </a:p>
          <a:p>
            <a:r>
              <a:rPr lang="en-US" dirty="0" smtClean="0"/>
              <a:t>Ensures request limits and security.</a:t>
            </a: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936" y="347596"/>
            <a:ext cx="4683158" cy="1998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291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Backend Code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9781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Backend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Weather Forecast &amp; AI Analysis System</a:t>
            </a:r>
            <a:endParaRPr lang="en-US" dirty="0"/>
          </a:p>
          <a:p>
            <a:r>
              <a:rPr lang="en-US" dirty="0"/>
              <a:t>The backend of this application is responsible for </a:t>
            </a:r>
            <a:r>
              <a:rPr lang="en-US" b="1" dirty="0"/>
              <a:t>data acquisition, processing, validation, and intelligent analysis</a:t>
            </a:r>
            <a:r>
              <a:rPr lang="en-US" dirty="0"/>
              <a:t>.</a:t>
            </a:r>
          </a:p>
          <a:p>
            <a:r>
              <a:rPr lang="en-US" dirty="0"/>
              <a:t>It acts as a </a:t>
            </a:r>
            <a:r>
              <a:rPr lang="en-US" b="1" dirty="0"/>
              <a:t>middleware</a:t>
            </a:r>
            <a:r>
              <a:rPr lang="en-US" dirty="0"/>
              <a:t> between external APIs and the Tkinter UI.</a:t>
            </a:r>
          </a:p>
          <a:p>
            <a:r>
              <a:rPr lang="en-US" dirty="0"/>
              <a:t>Follows a </a:t>
            </a:r>
            <a:r>
              <a:rPr lang="en-US" b="1" dirty="0"/>
              <a:t>request–process–respond</a:t>
            </a:r>
            <a:r>
              <a:rPr lang="en-US" dirty="0"/>
              <a:t> workflow:</a:t>
            </a:r>
          </a:p>
          <a:p>
            <a:pPr lvl="1"/>
            <a:r>
              <a:rPr lang="en-US" dirty="0"/>
              <a:t>User inputs city</a:t>
            </a:r>
          </a:p>
          <a:p>
            <a:pPr lvl="1"/>
            <a:r>
              <a:rPr lang="en-US" dirty="0"/>
              <a:t>Backend fetches weather data</a:t>
            </a:r>
          </a:p>
          <a:p>
            <a:pPr lvl="1"/>
            <a:r>
              <a:rPr lang="en-US" dirty="0"/>
              <a:t>Processes &amp; analyzes information</a:t>
            </a:r>
          </a:p>
          <a:p>
            <a:pPr lvl="1"/>
            <a:r>
              <a:rPr lang="en-US" dirty="0"/>
              <a:t>Sends structured results to frontend components</a:t>
            </a:r>
          </a:p>
          <a:p>
            <a:r>
              <a:rPr lang="en-US" dirty="0"/>
              <a:t>🔹 Integrates </a:t>
            </a:r>
            <a:r>
              <a:rPr lang="en-US" b="1" dirty="0"/>
              <a:t>real-time weather APIs</a:t>
            </a:r>
            <a:r>
              <a:rPr lang="en-US" dirty="0"/>
              <a:t> and </a:t>
            </a:r>
            <a:r>
              <a:rPr lang="en-US" b="1" dirty="0"/>
              <a:t>AI-driven decision logic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🔹 Designed for </a:t>
            </a:r>
            <a:r>
              <a:rPr lang="en-US" b="1" dirty="0"/>
              <a:t>scalability, fault tolerance, and modularity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3343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Backend Modules &amp; Their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IN" b="1" dirty="0" smtClean="0"/>
              <a:t>Core </a:t>
            </a:r>
            <a:r>
              <a:rPr lang="en-IN" b="1" dirty="0"/>
              <a:t>Python Modules </a:t>
            </a:r>
            <a:r>
              <a:rPr lang="en-IN" b="1" dirty="0" smtClean="0"/>
              <a:t>Used</a:t>
            </a:r>
          </a:p>
          <a:p>
            <a:r>
              <a:rPr lang="en-IN" i="1" dirty="0"/>
              <a:t>requests</a:t>
            </a:r>
            <a:r>
              <a:rPr lang="en-IN" dirty="0"/>
              <a:t> → Handles REST API communication with </a:t>
            </a:r>
            <a:r>
              <a:rPr lang="en-IN" dirty="0" smtClean="0"/>
              <a:t>OpenWeatherMap</a:t>
            </a:r>
          </a:p>
          <a:p>
            <a:r>
              <a:rPr lang="en-IN" i="1" dirty="0" smtClean="0"/>
              <a:t>google.generativeai</a:t>
            </a:r>
            <a:r>
              <a:rPr lang="en-IN" dirty="0" smtClean="0"/>
              <a:t> </a:t>
            </a:r>
            <a:r>
              <a:rPr lang="en-IN" dirty="0"/>
              <a:t>→ Connects to Gemini AI for intelligent weather </a:t>
            </a:r>
            <a:r>
              <a:rPr lang="en-IN" dirty="0" smtClean="0"/>
              <a:t>insights</a:t>
            </a:r>
          </a:p>
          <a:p>
            <a:r>
              <a:rPr lang="en-IN" i="1" dirty="0" smtClean="0"/>
              <a:t>datetime</a:t>
            </a:r>
            <a:r>
              <a:rPr lang="en-IN" dirty="0" smtClean="0"/>
              <a:t> </a:t>
            </a:r>
            <a:r>
              <a:rPr lang="en-IN" dirty="0"/>
              <a:t>→ Converts UNIX timestamps into human-readable </a:t>
            </a:r>
            <a:r>
              <a:rPr lang="en-IN" dirty="0" smtClean="0"/>
              <a:t>formats</a:t>
            </a:r>
          </a:p>
          <a:p>
            <a:r>
              <a:rPr lang="en-IN" i="1" dirty="0" smtClean="0"/>
              <a:t>io.BytesIO</a:t>
            </a:r>
            <a:r>
              <a:rPr lang="en-IN" dirty="0" smtClean="0"/>
              <a:t> </a:t>
            </a:r>
            <a:r>
              <a:rPr lang="en-IN" dirty="0"/>
              <a:t>→ Temporary in-memory buffer for handling API image </a:t>
            </a:r>
            <a:r>
              <a:rPr lang="en-IN" dirty="0" smtClean="0"/>
              <a:t>data</a:t>
            </a:r>
          </a:p>
          <a:p>
            <a:r>
              <a:rPr lang="en-IN" i="1" dirty="0" smtClean="0"/>
              <a:t>PIL </a:t>
            </a:r>
            <a:r>
              <a:rPr lang="en-IN" i="1" dirty="0"/>
              <a:t>(Image, ImageTk) </a:t>
            </a:r>
            <a:r>
              <a:rPr lang="en-IN" dirty="0"/>
              <a:t>→ Decodes and processes weather </a:t>
            </a:r>
            <a:r>
              <a:rPr lang="en-IN" dirty="0" smtClean="0"/>
              <a:t>icons</a:t>
            </a:r>
          </a:p>
          <a:p>
            <a:pPr marL="0" indent="0">
              <a:buNone/>
            </a:pPr>
            <a:r>
              <a:rPr lang="en-US" dirty="0"/>
              <a:t>🔹 Enables </a:t>
            </a:r>
            <a:r>
              <a:rPr lang="en-US" b="1" dirty="0"/>
              <a:t>secure API access</a:t>
            </a:r>
            <a:r>
              <a:rPr lang="en-US" dirty="0"/>
              <a:t>, </a:t>
            </a:r>
            <a:r>
              <a:rPr lang="en-US" b="1" dirty="0"/>
              <a:t>data parsing</a:t>
            </a:r>
            <a:r>
              <a:rPr lang="en-US" dirty="0"/>
              <a:t>, and </a:t>
            </a:r>
            <a:r>
              <a:rPr lang="en-US" b="1" dirty="0"/>
              <a:t>backend computation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🔹 Abstracts complex operations into reusable components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121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Backend Functional Workflow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773599" y="2250538"/>
            <a:ext cx="7030514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Processing &amp; AI Logic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get_weather()</a:t>
            </a:r>
            <a:endParaRPr kumimoji="0" lang="en-US" altLang="en-US" sz="1200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Fetches current weather data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Extracts temperature, humidity, wind, pressure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Performs API response validation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get_forecast()</a:t>
            </a:r>
            <a:endParaRPr kumimoji="0" lang="en-US" altLang="en-US" sz="1200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Retrieves 5-day / 3-hour forecast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Structures data for tables &amp; AI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analyze_weather_with_ai()</a:t>
            </a:r>
            <a:endParaRPr kumimoji="0" lang="en-US" altLang="en-US" sz="1200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Converts raw data into contextual summaries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prompt engineering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expert-level AI output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Implements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fallback logic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reliability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Ensures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accuracy, consistency, and intelligent interpretation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6257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Backend Features &amp; System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Reliability, Safety &amp; Smart Design</a:t>
            </a:r>
            <a:endParaRPr lang="en-IN" dirty="0"/>
          </a:p>
          <a:p>
            <a:r>
              <a:rPr lang="en-IN" dirty="0"/>
              <a:t>Implements </a:t>
            </a:r>
            <a:r>
              <a:rPr lang="en-IN" b="1" dirty="0"/>
              <a:t>error handling</a:t>
            </a:r>
            <a:r>
              <a:rPr lang="en-IN" dirty="0"/>
              <a:t> for:</a:t>
            </a:r>
          </a:p>
          <a:p>
            <a:pPr lvl="1"/>
            <a:r>
              <a:rPr lang="en-IN" dirty="0"/>
              <a:t>Network failures</a:t>
            </a:r>
          </a:p>
          <a:p>
            <a:pPr lvl="1"/>
            <a:r>
              <a:rPr lang="en-IN" dirty="0"/>
              <a:t>Invalid city names</a:t>
            </a:r>
          </a:p>
          <a:p>
            <a:pPr lvl="1"/>
            <a:r>
              <a:rPr lang="en-IN" dirty="0"/>
              <a:t>API quota limits</a:t>
            </a:r>
          </a:p>
          <a:p>
            <a:r>
              <a:rPr lang="en-IN" dirty="0"/>
              <a:t>Uses </a:t>
            </a:r>
            <a:r>
              <a:rPr lang="en-IN" b="1" dirty="0"/>
              <a:t>API authentication</a:t>
            </a:r>
            <a:r>
              <a:rPr lang="en-IN" dirty="0"/>
              <a:t> for secure access</a:t>
            </a:r>
          </a:p>
          <a:p>
            <a:r>
              <a:rPr lang="en-IN" dirty="0"/>
              <a:t>Separates </a:t>
            </a:r>
            <a:r>
              <a:rPr lang="en-IN" b="1" dirty="0"/>
              <a:t>logic from UI</a:t>
            </a:r>
            <a:r>
              <a:rPr lang="en-IN" dirty="0"/>
              <a:t> for maintainability</a:t>
            </a:r>
          </a:p>
          <a:p>
            <a:r>
              <a:rPr lang="en-IN" dirty="0"/>
              <a:t>Enhances raw data using </a:t>
            </a:r>
            <a:r>
              <a:rPr lang="en-IN" b="1" dirty="0"/>
              <a:t>AI-based reasoning</a:t>
            </a:r>
            <a:r>
              <a:rPr lang="en-IN" dirty="0"/>
              <a:t>, not just display</a:t>
            </a:r>
          </a:p>
          <a:p>
            <a:r>
              <a:rPr lang="en-IN" dirty="0"/>
              <a:t>🔹 Backend transforms weather data into </a:t>
            </a:r>
            <a:r>
              <a:rPr lang="en-IN" b="1" dirty="0"/>
              <a:t>actionable intelligence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🔹 Makes the application </a:t>
            </a:r>
            <a:r>
              <a:rPr lang="en-IN" b="1" dirty="0"/>
              <a:t>dynamic, robust, and future-ready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6158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Frontend code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919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Frontend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Tkinter-Based User Interface System</a:t>
            </a:r>
            <a:endParaRPr lang="en-IN" dirty="0"/>
          </a:p>
          <a:p>
            <a:r>
              <a:rPr lang="en-IN" dirty="0"/>
              <a:t>The frontend is developed using </a:t>
            </a:r>
            <a:r>
              <a:rPr lang="en-IN" b="1" dirty="0"/>
              <a:t>Python Tkinter</a:t>
            </a:r>
            <a:r>
              <a:rPr lang="en-IN" dirty="0"/>
              <a:t>, providing a </a:t>
            </a:r>
            <a:r>
              <a:rPr lang="en-IN" b="1" dirty="0"/>
              <a:t>desktop-based graphical user interface</a:t>
            </a:r>
            <a:r>
              <a:rPr lang="en-IN" dirty="0"/>
              <a:t>.</a:t>
            </a:r>
          </a:p>
          <a:p>
            <a:r>
              <a:rPr lang="en-IN" dirty="0"/>
              <a:t>It focuses on </a:t>
            </a:r>
            <a:r>
              <a:rPr lang="en-IN" b="1" dirty="0"/>
              <a:t>user interaction, data visualization, and layout management</a:t>
            </a:r>
            <a:r>
              <a:rPr lang="en-IN" dirty="0"/>
              <a:t>.</a:t>
            </a:r>
          </a:p>
          <a:p>
            <a:r>
              <a:rPr lang="en-IN" dirty="0"/>
              <a:t>The frontend consumes processed data from the backend and </a:t>
            </a:r>
            <a:r>
              <a:rPr lang="en-IN" b="1" dirty="0"/>
              <a:t>renders it in real time</a:t>
            </a:r>
            <a:r>
              <a:rPr lang="en-IN" dirty="0"/>
              <a:t> using cards, tables, icons, maps, and AI text panels.</a:t>
            </a:r>
          </a:p>
          <a:p>
            <a:r>
              <a:rPr lang="en-IN" dirty="0"/>
              <a:t>🔹 Implements a </a:t>
            </a:r>
            <a:r>
              <a:rPr lang="en-IN" b="1" dirty="0"/>
              <a:t>dashboard-style layout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🔹 Designed with </a:t>
            </a:r>
            <a:r>
              <a:rPr lang="en-IN" b="1" dirty="0"/>
              <a:t>dark mode UI principles</a:t>
            </a:r>
            <a:r>
              <a:rPr lang="en-IN" dirty="0"/>
              <a:t> for better readability</a:t>
            </a:r>
            <a:br>
              <a:rPr lang="en-IN" dirty="0"/>
            </a:br>
            <a:r>
              <a:rPr lang="en-IN" dirty="0"/>
              <a:t>🔹 Follows a </a:t>
            </a:r>
            <a:r>
              <a:rPr lang="en-IN" b="1" dirty="0"/>
              <a:t>component-based </a:t>
            </a:r>
            <a:r>
              <a:rPr lang="en-IN" b="1" dirty="0" smtClean="0"/>
              <a:t>structure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6259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Frontend Modules Used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773599" y="2419819"/>
            <a:ext cx="8052204" cy="3262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UI &amp; Visualization Libraries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tkinter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→ Core GUI framework (windows, frames, labels, buttons)</a:t>
            </a:r>
            <a:endParaRPr kumimoji="0" lang="en-US" altLang="en-US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tkinter.ttk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→ Modern widgets (Treeview, Scrollbar, themed styling)</a:t>
            </a:r>
            <a:endParaRPr kumimoji="0" lang="en-US" altLang="en-US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tkinter.messagebox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→ User alerts &amp; error dialogs</a:t>
            </a:r>
            <a:endParaRPr kumimoji="0" lang="en-US" altLang="en-US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tkintermapview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→ Interactive map visualization for location data</a:t>
            </a:r>
            <a:endParaRPr kumimoji="0" lang="en-US" altLang="en-US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PIL.ImageTk</a:t>
            </a:r>
            <a:r>
              <a:rPr kumimoji="0" lang="en-US" altLang="en-US" sz="14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→ Converts images into Tkinter-compatible format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Enables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 handling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layout control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 consistency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Provides smooth interaction between user actions and backend responses</a:t>
            </a:r>
          </a:p>
        </p:txBody>
      </p:sp>
    </p:spTree>
    <p:extLst>
      <p:ext uri="{BB962C8B-B14F-4D97-AF65-F5344CB8AC3E}">
        <p14:creationId xmlns:p14="http://schemas.microsoft.com/office/powerpoint/2010/main" val="1383706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Frontend Code Components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2773599" y="2004317"/>
            <a:ext cx="6189515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UI Logic &amp; Data Binding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 Components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Entry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widget for city search</a:t>
            </a:r>
            <a:endParaRPr kumimoji="0" lang="en-US" altLang="en-US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Button &amp; keyboard </a:t>
            </a:r>
            <a:r>
              <a:rPr lang="en-US" altLang="en-US" sz="1600" i="1" dirty="0" smtClean="0">
                <a:latin typeface="Arial" panose="020B0604020202020204" pitchFamily="34" charset="0"/>
              </a:rPr>
              <a:t>(&lt;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Return&gt;)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event binding</a:t>
            </a:r>
            <a:endParaRPr kumimoji="0" lang="en-US" altLang="en-US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 Components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Labels for temperature, weather description, statistics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 weather icons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Map widget for geographical positioning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Visualization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Treeview table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hourly forecast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Forecast cards for daily predictions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Scrollable canvas for full dashboard layout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UI elements update dynamically based on backend data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Ensures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responsive and structured presentation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7011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Frontend Features &amp; Design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User Experience &amp; System Integration</a:t>
            </a:r>
            <a:endParaRPr lang="en-IN" dirty="0"/>
          </a:p>
          <a:p>
            <a:r>
              <a:rPr lang="en-IN" dirty="0"/>
              <a:t>Implements </a:t>
            </a:r>
            <a:r>
              <a:rPr lang="en-IN" b="1" dirty="0"/>
              <a:t>dark theme styling</a:t>
            </a:r>
            <a:r>
              <a:rPr lang="en-IN" dirty="0"/>
              <a:t> using centralized </a:t>
            </a:r>
            <a:r>
              <a:rPr lang="en-IN" dirty="0" err="1"/>
              <a:t>color</a:t>
            </a:r>
            <a:r>
              <a:rPr lang="en-IN" dirty="0"/>
              <a:t> and font dictionaries</a:t>
            </a:r>
          </a:p>
          <a:p>
            <a:r>
              <a:rPr lang="en-IN" dirty="0"/>
              <a:t>Uses </a:t>
            </a:r>
            <a:r>
              <a:rPr lang="en-IN" b="1" dirty="0"/>
              <a:t>grid &amp; pack layout managers</a:t>
            </a:r>
            <a:r>
              <a:rPr lang="en-IN" dirty="0"/>
              <a:t> for adaptive layout</a:t>
            </a:r>
          </a:p>
          <a:p>
            <a:r>
              <a:rPr lang="en-IN" dirty="0"/>
              <a:t>Integrates </a:t>
            </a:r>
            <a:r>
              <a:rPr lang="en-IN" b="1" dirty="0"/>
              <a:t>scrollable UI</a:t>
            </a:r>
            <a:r>
              <a:rPr lang="en-IN" dirty="0"/>
              <a:t> for large datasets</a:t>
            </a:r>
          </a:p>
          <a:p>
            <a:r>
              <a:rPr lang="en-IN" dirty="0"/>
              <a:t>Separates UI creation from backend logic using functions</a:t>
            </a:r>
          </a:p>
          <a:p>
            <a:pPr marL="0" indent="0">
              <a:buNone/>
            </a:pPr>
            <a:r>
              <a:rPr lang="en-IN" dirty="0" smtClean="0"/>
              <a:t>🔹 </a:t>
            </a:r>
            <a:r>
              <a:rPr lang="en-IN" dirty="0"/>
              <a:t>Frontend acts as the </a:t>
            </a:r>
            <a:r>
              <a:rPr lang="en-IN" b="1" dirty="0"/>
              <a:t>visual interface layer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🔹 Converts backend data into </a:t>
            </a:r>
            <a:r>
              <a:rPr lang="en-IN" b="1" dirty="0"/>
              <a:t>user-friendly, intuitive visuals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🔹 Ensures smooth communication with backend through event-driven calls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7187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Features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2278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Core Functional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6400" b="1" dirty="0"/>
              <a:t>Weather Data &amp; Visualization</a:t>
            </a:r>
            <a:endParaRPr lang="en-US" sz="6400" dirty="0"/>
          </a:p>
          <a:p>
            <a:pPr marL="0" indent="0">
              <a:buNone/>
            </a:pPr>
            <a:r>
              <a:rPr lang="en-US" sz="4800" dirty="0"/>
              <a:t>🌤 </a:t>
            </a:r>
            <a:r>
              <a:rPr lang="en-US" sz="4800" b="1" dirty="0"/>
              <a:t>Real-Time Current Weather</a:t>
            </a:r>
            <a:endParaRPr lang="en-US" sz="4800" dirty="0"/>
          </a:p>
          <a:p>
            <a:pPr lvl="1"/>
            <a:r>
              <a:rPr lang="en-US" sz="4800" dirty="0"/>
              <a:t>Temperature, feels-like, humidity, pressure, wind speed</a:t>
            </a:r>
          </a:p>
          <a:p>
            <a:pPr marL="0" indent="0">
              <a:buNone/>
            </a:pPr>
            <a:r>
              <a:rPr lang="en-US" sz="4800" dirty="0"/>
              <a:t>📍 </a:t>
            </a:r>
            <a:r>
              <a:rPr lang="en-US" sz="4800" b="1" dirty="0"/>
              <a:t>City-Based Weather Search</a:t>
            </a:r>
            <a:endParaRPr lang="en-US" sz="4800" dirty="0"/>
          </a:p>
          <a:p>
            <a:pPr lvl="1"/>
            <a:r>
              <a:rPr lang="en-US" sz="4800" dirty="0"/>
              <a:t>Keyboard &amp; button-triggered search</a:t>
            </a:r>
          </a:p>
          <a:p>
            <a:pPr marL="0" indent="0">
              <a:buNone/>
            </a:pPr>
            <a:r>
              <a:rPr lang="en-US" sz="4800" dirty="0"/>
              <a:t>🗺 </a:t>
            </a:r>
            <a:r>
              <a:rPr lang="en-US" sz="4800" b="1" dirty="0"/>
              <a:t>Interactive Map Integration</a:t>
            </a:r>
            <a:endParaRPr lang="en-US" sz="4800" dirty="0"/>
          </a:p>
          <a:p>
            <a:pPr lvl="1"/>
            <a:r>
              <a:rPr lang="en-US" sz="4800" dirty="0"/>
              <a:t>Auto-centers map to searched city</a:t>
            </a:r>
          </a:p>
          <a:p>
            <a:pPr lvl="1"/>
            <a:r>
              <a:rPr lang="en-US" sz="4800" dirty="0"/>
              <a:t>Location marker placement</a:t>
            </a:r>
          </a:p>
          <a:p>
            <a:pPr marL="0" indent="0">
              <a:buNone/>
            </a:pPr>
            <a:r>
              <a:rPr lang="en-US" sz="4800" dirty="0"/>
              <a:t>🖼 </a:t>
            </a:r>
            <a:r>
              <a:rPr lang="en-US" sz="4800" b="1" dirty="0"/>
              <a:t>Dynamic Weather Icons</a:t>
            </a:r>
            <a:endParaRPr lang="en-US" sz="4800" dirty="0"/>
          </a:p>
          <a:p>
            <a:pPr lvl="1"/>
            <a:r>
              <a:rPr lang="en-US" sz="4800" dirty="0"/>
              <a:t>Icons fetched and updated based on weather conditions</a:t>
            </a:r>
          </a:p>
          <a:p>
            <a:pPr marL="0" indent="0">
              <a:buNone/>
            </a:pPr>
            <a:r>
              <a:rPr lang="en-US" sz="4800" dirty="0"/>
              <a:t>📅 </a:t>
            </a:r>
            <a:r>
              <a:rPr lang="en-US" sz="4800" b="1" dirty="0"/>
              <a:t>Automatic Date &amp; Day Display</a:t>
            </a:r>
            <a:endParaRPr lang="en-US" sz="4800" dirty="0"/>
          </a:p>
          <a:p>
            <a:pPr lvl="1"/>
            <a:r>
              <a:rPr lang="en-US" sz="4800" dirty="0"/>
              <a:t>Real-time system date formatting</a:t>
            </a:r>
          </a:p>
          <a:p>
            <a:pPr marL="0" indent="0">
              <a:buNone/>
            </a:pPr>
            <a:r>
              <a:rPr lang="en-US" sz="4800" dirty="0"/>
              <a:t>🔹 Uses live API data for accurate, location-specific results</a:t>
            </a:r>
            <a:br>
              <a:rPr lang="en-US" sz="4800" dirty="0"/>
            </a:br>
            <a:r>
              <a:rPr lang="en-US" sz="4800" dirty="0"/>
              <a:t>🔹 Updates UI dynamically without restarting the application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0642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Advanced &amp; Intelligent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IN" sz="4800" b="1" dirty="0"/>
              <a:t>Forecasting, AI &amp; UX Enhancements</a:t>
            </a:r>
            <a:endParaRPr lang="en-IN" sz="4800" dirty="0"/>
          </a:p>
          <a:p>
            <a:pPr marL="0" indent="0">
              <a:buNone/>
            </a:pPr>
            <a:r>
              <a:rPr lang="en-US" sz="6200" dirty="0" smtClean="0"/>
              <a:t>⌚</a:t>
            </a:r>
            <a:r>
              <a:rPr lang="en-IN" sz="4800" dirty="0" smtClean="0"/>
              <a:t> </a:t>
            </a:r>
            <a:r>
              <a:rPr lang="en-IN" sz="4800" b="1" dirty="0"/>
              <a:t>Hourly Weather Forecast Table</a:t>
            </a:r>
            <a:endParaRPr lang="en-IN" sz="4800" dirty="0"/>
          </a:p>
          <a:p>
            <a:pPr lvl="1"/>
            <a:r>
              <a:rPr lang="en-IN" sz="4800" dirty="0"/>
              <a:t>Temperature, weather, wind, humidity</a:t>
            </a:r>
          </a:p>
          <a:p>
            <a:pPr marL="0" indent="0">
              <a:buNone/>
            </a:pPr>
            <a:r>
              <a:rPr lang="en-IN" sz="4800" dirty="0"/>
              <a:t>📆 </a:t>
            </a:r>
            <a:r>
              <a:rPr lang="en-IN" sz="4800" b="1" dirty="0"/>
              <a:t>5-Day Weather Forecast Cards</a:t>
            </a:r>
            <a:endParaRPr lang="en-IN" sz="4800" dirty="0"/>
          </a:p>
          <a:p>
            <a:pPr lvl="1"/>
            <a:r>
              <a:rPr lang="en-IN" sz="4800" dirty="0"/>
              <a:t>Daily summary with icons and temperatures</a:t>
            </a:r>
          </a:p>
          <a:p>
            <a:pPr marL="0" indent="0">
              <a:buNone/>
            </a:pPr>
            <a:r>
              <a:rPr lang="en-US" sz="4800" b="1" dirty="0" smtClean="0"/>
              <a:t>🌐</a:t>
            </a:r>
            <a:r>
              <a:rPr lang="en-IN" sz="4800" b="1" dirty="0" smtClean="0"/>
              <a:t>AI-Powered </a:t>
            </a:r>
            <a:r>
              <a:rPr lang="en-IN" sz="4800" b="1" dirty="0"/>
              <a:t>Weather Analysis (Gemini)</a:t>
            </a:r>
            <a:endParaRPr lang="en-IN" sz="4800" dirty="0"/>
          </a:p>
          <a:p>
            <a:pPr lvl="1"/>
            <a:r>
              <a:rPr lang="en-IN" sz="4800" dirty="0"/>
              <a:t>Health &amp; wellness impact</a:t>
            </a:r>
          </a:p>
          <a:p>
            <a:pPr lvl="1"/>
            <a:r>
              <a:rPr lang="en-IN" sz="4800" dirty="0"/>
              <a:t>Clothing recommendations</a:t>
            </a:r>
          </a:p>
          <a:p>
            <a:pPr lvl="1"/>
            <a:r>
              <a:rPr lang="en-IN" sz="4800" dirty="0"/>
              <a:t>Travel conditions &amp; </a:t>
            </a:r>
            <a:r>
              <a:rPr lang="en-IN" sz="4800" dirty="0" smtClean="0"/>
              <a:t>precautions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41434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IN" sz="4800" dirty="0"/>
              <a:t>🌙 </a:t>
            </a:r>
            <a:r>
              <a:rPr lang="en-IN" sz="4800" b="1" dirty="0"/>
              <a:t>Modern Dark-Themed Dashboard</a:t>
            </a:r>
            <a:endParaRPr lang="en-IN" sz="4800" dirty="0"/>
          </a:p>
          <a:p>
            <a:pPr lvl="1"/>
            <a:r>
              <a:rPr lang="en-IN" sz="4800" dirty="0"/>
              <a:t>Card-based UI with professional styling</a:t>
            </a:r>
          </a:p>
          <a:p>
            <a:pPr marL="0" indent="0">
              <a:buNone/>
            </a:pPr>
            <a:r>
              <a:rPr lang="en-IN" sz="4800" dirty="0"/>
              <a:t>🔁 </a:t>
            </a:r>
            <a:r>
              <a:rPr lang="en-IN" sz="4800" b="1" dirty="0"/>
              <a:t>Model </a:t>
            </a:r>
            <a:r>
              <a:rPr lang="en-IN" sz="4800" b="1" dirty="0" err="1"/>
              <a:t>Fallback</a:t>
            </a:r>
            <a:r>
              <a:rPr lang="en-IN" sz="4800" b="1" dirty="0"/>
              <a:t> &amp; Error Handling</a:t>
            </a:r>
            <a:endParaRPr lang="en-IN" sz="4800" dirty="0"/>
          </a:p>
          <a:p>
            <a:pPr lvl="1"/>
            <a:r>
              <a:rPr lang="en-IN" sz="4800" dirty="0"/>
              <a:t>Handles network issues &amp; API quota limits</a:t>
            </a:r>
          </a:p>
          <a:p>
            <a:pPr marL="0" indent="0">
              <a:buNone/>
            </a:pPr>
            <a:r>
              <a:rPr lang="en-IN" sz="4800" dirty="0"/>
              <a:t>🖱 </a:t>
            </a:r>
            <a:r>
              <a:rPr lang="en-IN" sz="4800" b="1" dirty="0"/>
              <a:t>Scrollable &amp; Responsive Layout</a:t>
            </a:r>
            <a:endParaRPr lang="en-IN" sz="4800" dirty="0"/>
          </a:p>
          <a:p>
            <a:pPr lvl="1"/>
            <a:r>
              <a:rPr lang="en-IN" sz="4800" dirty="0"/>
              <a:t>Smooth navigation for large data sets</a:t>
            </a:r>
          </a:p>
          <a:p>
            <a:pPr marL="0" indent="0">
              <a:buNone/>
            </a:pPr>
            <a:r>
              <a:rPr lang="en-IN" sz="4800" dirty="0"/>
              <a:t>🔹 Transforms raw weather data into </a:t>
            </a:r>
            <a:r>
              <a:rPr lang="en-IN" sz="4800" b="1" dirty="0"/>
              <a:t>actionable intelligence</a:t>
            </a:r>
            <a:r>
              <a:rPr lang="en-IN" sz="4800" dirty="0"/>
              <a:t/>
            </a:r>
            <a:br>
              <a:rPr lang="en-IN" sz="4800" dirty="0"/>
            </a:br>
            <a:r>
              <a:rPr lang="en-IN" sz="4800" dirty="0"/>
              <a:t>🔹 Combines </a:t>
            </a:r>
            <a:r>
              <a:rPr lang="en-IN" sz="4800" b="1" dirty="0"/>
              <a:t>data, AI, and visualization</a:t>
            </a:r>
            <a:r>
              <a:rPr lang="en-IN" sz="4800" dirty="0"/>
              <a:t> in a single desktop application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1047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Thank You!!</a:t>
            </a:r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72806" y="2052638"/>
            <a:ext cx="3997325" cy="3997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7634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82E"/>
      </a:dk2>
      <a:lt2>
        <a:srgbClr val="C2F5FC"/>
      </a:lt2>
      <a:accent1>
        <a:srgbClr val="4091F3"/>
      </a:accent1>
      <a:accent2>
        <a:srgbClr val="8BBCF1"/>
      </a:accent2>
      <a:accent3>
        <a:srgbClr val="CB6A6A"/>
      </a:accent3>
      <a:accent4>
        <a:srgbClr val="C567AF"/>
      </a:accent4>
      <a:accent5>
        <a:srgbClr val="A684F9"/>
      </a:accent5>
      <a:accent6>
        <a:srgbClr val="A9ACEE"/>
      </a:accent6>
      <a:hlink>
        <a:srgbClr val="6D9CC5"/>
      </a:hlink>
      <a:folHlink>
        <a:srgbClr val="6D82A0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178B2DAB-5DDE-4060-A857-D2E1CDA9250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TM16401375[[fn=Madison]]</Template>
  <TotalTime>78</TotalTime>
  <Words>1051</Words>
  <Application>Microsoft Office PowerPoint</Application>
  <PresentationFormat>Widescreen</PresentationFormat>
  <Paragraphs>148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Arial Unicode MS</vt:lpstr>
      <vt:lpstr>MS Shell Dlg 2</vt:lpstr>
      <vt:lpstr>Wingdings</vt:lpstr>
      <vt:lpstr>Wingdings 3</vt:lpstr>
      <vt:lpstr>Madison</vt:lpstr>
      <vt:lpstr>Weather App</vt:lpstr>
      <vt:lpstr>Description  Real-Time Weather Data Retrieval with OpenWeatherMap API in Python</vt:lpstr>
      <vt:lpstr>Modules Used</vt:lpstr>
      <vt:lpstr>Info of Modules</vt:lpstr>
      <vt:lpstr>How the API Key Works</vt:lpstr>
      <vt:lpstr>Backend Code</vt:lpstr>
      <vt:lpstr>Backend Architecture Overview</vt:lpstr>
      <vt:lpstr>Backend Modules &amp; Their Roles</vt:lpstr>
      <vt:lpstr>Backend Functional Workflow</vt:lpstr>
      <vt:lpstr>Backend Features &amp; System Intelligence</vt:lpstr>
      <vt:lpstr>Frontend code</vt:lpstr>
      <vt:lpstr>Frontend Architecture Overview</vt:lpstr>
      <vt:lpstr>Frontend Modules Used</vt:lpstr>
      <vt:lpstr>Frontend Code Components</vt:lpstr>
      <vt:lpstr>Frontend Features &amp; Design Logic</vt:lpstr>
      <vt:lpstr>Features</vt:lpstr>
      <vt:lpstr>Core Functional Features</vt:lpstr>
      <vt:lpstr>Advanced &amp; Intelligent Features</vt:lpstr>
      <vt:lpstr>PowerPoint Presentation</vt:lpstr>
      <vt:lpstr>Thank You!!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Weather App</dc:title>
  <dc:creator>user</dc:creator>
  <cp:lastModifiedBy>user</cp:lastModifiedBy>
  <cp:revision>10</cp:revision>
  <dcterms:created xsi:type="dcterms:W3CDTF">2025-12-13T13:09:47Z</dcterms:created>
  <dcterms:modified xsi:type="dcterms:W3CDTF">2025-12-13T14:27:59Z</dcterms:modified>
</cp:coreProperties>
</file>